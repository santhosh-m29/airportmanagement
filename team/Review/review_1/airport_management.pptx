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6C1D"/>
    <a:srgbClr val="B3511C"/>
    <a:srgbClr val="0F0F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474" y="-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cc416a3588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cc416a3588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cc416a3588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cc416a3588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cc416a3588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cc416a3588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c416a358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c416a358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cc416a3588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cc416a3588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cc416a3588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cc416a3588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cc416a3588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cc416a3588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c416a3588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c416a3588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cc416a3588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cc416a3588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c416a3588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c416a3588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c416a3588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c416a3588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c416a3588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c416a3588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c416a3588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c416a3588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cc416a3588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cc416a3588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cc416a3588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3cc416a3588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65225"/>
            <a:ext cx="9144000" cy="5281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63" name="Google Shape;6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9000" y="-54775"/>
            <a:ext cx="9343000" cy="5270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70" name="Google Shape;7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92875" y="-88750"/>
            <a:ext cx="9236874" cy="5232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77" name="Google Shape;7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84" name="Google Shape;8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67475"/>
            <a:ext cx="9144000" cy="5252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91" name="Google Shape;9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70400"/>
            <a:ext cx="9143999" cy="5213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98" name="Google Shape;9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1325"/>
            <a:ext cx="9143999" cy="529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C2B100-C1E3-9010-C662-B607B48588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4811" y="2461107"/>
            <a:ext cx="873740" cy="8408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05" name="Google Shape;10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12" name="Google Shape;11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19" name="Google Shape;11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59175"/>
            <a:ext cx="9143999" cy="520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26" name="Google Shape;1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84725"/>
            <a:ext cx="9144001" cy="522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33" name="Google Shape;13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0" name="Google Shape;14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44300"/>
            <a:ext cx="9143999" cy="5187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3511C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47" name="Google Shape;147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1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  <p:pic>
        <p:nvPicPr>
          <p:cNvPr id="154" name="Google Shape;15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59550"/>
            <a:ext cx="9144000" cy="5203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93204">
              <a:srgbClr val="0F0F0F"/>
            </a:gs>
            <a:gs pos="0">
              <a:srgbClr val="B3511C"/>
            </a:gs>
            <a:gs pos="27000">
              <a:srgbClr val="B3511C"/>
            </a:gs>
            <a:gs pos="78000">
              <a:schemeClr val="accent2"/>
            </a:gs>
          </a:gsLst>
          <a:path path="circle">
            <a:fillToRect l="50000" t="130000" r="50000" b="-30000"/>
          </a:path>
          <a:tileRect/>
        </a:gra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>
            <a:spLocks noGrp="1"/>
          </p:cNvSpPr>
          <p:nvPr>
            <p:ph type="title"/>
          </p:nvPr>
        </p:nvSpPr>
        <p:spPr>
          <a:xfrm>
            <a:off x="103882" y="320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b="1" dirty="0">
                <a:solidFill>
                  <a:schemeClr val="bg1"/>
                </a:solidFill>
              </a:rPr>
              <a:t>BLOCK DIAGRAM</a:t>
            </a:r>
            <a:endParaRPr b="1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25AAF62-3996-23C6-EF59-B1812BF4F3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624" y="694830"/>
            <a:ext cx="6782752" cy="4225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10627-DE38-4993-1BEF-217F6D5D2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03A822-3E00-1DAA-D605-4EC954E06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CE1A4-1923-BBB2-DC63-6034AD49F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0" y="44975"/>
            <a:ext cx="9144000" cy="5143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D8ECDC-E6E6-C31D-CD60-598366E718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6299" y="1708065"/>
            <a:ext cx="1267002" cy="863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581E22-CF10-1FB8-8DB2-8538A0B73F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2875" y="1568450"/>
            <a:ext cx="1593850" cy="162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916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2</Words>
  <Application>Microsoft Office PowerPoint</Application>
  <PresentationFormat>On-screen Show (16:9)</PresentationFormat>
  <Paragraphs>1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BLOCK DIAGRAM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sri vikash n s</dc:creator>
  <cp:lastModifiedBy>Prabhu Devarajan</cp:lastModifiedBy>
  <cp:revision>2</cp:revision>
  <dcterms:modified xsi:type="dcterms:W3CDTF">2026-03-03T04:09:27Z</dcterms:modified>
</cp:coreProperties>
</file>