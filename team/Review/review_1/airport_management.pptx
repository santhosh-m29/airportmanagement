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0F0F0F"/>
    <a:srgbClr val="68361A"/>
    <a:srgbClr val="FC6C1D"/>
    <a:srgbClr val="B35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2304" y="10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416a358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416a358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c416a358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c416a358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416a358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416a358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c416a358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c416a358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c416a358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c416a358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416a358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c416a358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c416a358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c416a358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c416a358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c416a358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c416a358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c416a358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c416a358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c416a358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416a358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416a358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c416a3588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c416a3588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c416a358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c416a358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5225"/>
            <a:ext cx="9144000" cy="528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588" y="-54775"/>
            <a:ext cx="9144000" cy="51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949149-A7B0-3A30-ED32-491462F11CD4}"/>
              </a:ext>
            </a:extLst>
          </p:cNvPr>
          <p:cNvSpPr/>
          <p:nvPr/>
        </p:nvSpPr>
        <p:spPr>
          <a:xfrm>
            <a:off x="311700" y="4463329"/>
            <a:ext cx="991964" cy="470291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2875" y="-88750"/>
            <a:ext cx="9236874" cy="523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7475"/>
            <a:ext cx="9144000" cy="525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0400"/>
            <a:ext cx="9143999" cy="521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4725"/>
            <a:ext cx="9144001" cy="52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4300"/>
            <a:ext cx="9143999" cy="518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511C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550"/>
            <a:ext cx="9144000" cy="52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3204">
              <a:srgbClr val="0F0F0F"/>
            </a:gs>
            <a:gs pos="0">
              <a:srgbClr val="B3511C"/>
            </a:gs>
            <a:gs pos="27000">
              <a:srgbClr val="B3511C"/>
            </a:gs>
            <a:gs pos="78000">
              <a:schemeClr val="accent2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103882" y="32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bg1"/>
                </a:solidFill>
              </a:rPr>
              <a:t>BLOCK DIAGRAM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AAF62-3996-23C6-EF59-B1812BF4F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624" y="694830"/>
            <a:ext cx="6782752" cy="422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0627-DE38-4993-1BEF-217F6D5D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3A822-3E00-1DAA-D605-4EC954E06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CE1A4-1923-BBB2-DC63-6034AD49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44975"/>
            <a:ext cx="9144000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D8ECDC-E6E6-C31D-CD60-598366E71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349" y="2007040"/>
            <a:ext cx="658901" cy="609685"/>
          </a:xfrm>
          <a:prstGeom prst="rect">
            <a:avLst/>
          </a:prstGeom>
          <a:effectLst>
            <a:glow>
              <a:srgbClr val="68361A"/>
            </a:glow>
            <a:softEdge rad="190500"/>
          </a:effectLst>
        </p:spPr>
      </p:pic>
    </p:spTree>
    <p:extLst>
      <p:ext uri="{BB962C8B-B14F-4D97-AF65-F5344CB8AC3E}">
        <p14:creationId xmlns:p14="http://schemas.microsoft.com/office/powerpoint/2010/main" val="3314491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</Words>
  <Application>Microsoft Office PowerPoint</Application>
  <PresentationFormat>On-screen Show (16:9)</PresentationFormat>
  <Paragraphs>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BLOCK 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vikash n s</dc:creator>
  <cp:lastModifiedBy>Prabhu Devarajan</cp:lastModifiedBy>
  <cp:revision>4</cp:revision>
  <dcterms:modified xsi:type="dcterms:W3CDTF">2026-03-03T04:15:36Z</dcterms:modified>
</cp:coreProperties>
</file>